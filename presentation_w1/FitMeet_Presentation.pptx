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937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1334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3345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/home/claude/fitmeet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2377440" cy="8508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651760"/>
            <a:ext cx="8686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 rencontrer autour du sport,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près de chez soi.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projet — Livrables Semaine 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1750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822960" y="4892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7C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Yverdon</a:t>
            </a:r>
            <a:r>
              <a:rPr lang="en-US" sz="1200" dirty="0">
                <a:solidFill>
                  <a:srgbClr val="7C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-les-Bains  ·  24.08.2026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6172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kern="0" spc="100" dirty="0">
                <a:solidFill>
                  <a:srgbClr val="7C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Antoine Aubry, François Bernard de Courville, Pierre </a:t>
            </a:r>
            <a:r>
              <a:rPr lang="en-US" sz="1100" kern="0" spc="100" dirty="0" err="1">
                <a:solidFill>
                  <a:srgbClr val="7C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Gellet</a:t>
            </a:r>
            <a:r>
              <a:rPr lang="en-US" sz="1100" kern="0" spc="100" dirty="0">
                <a:solidFill>
                  <a:srgbClr val="7C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Mirco </a:t>
            </a:r>
            <a:r>
              <a:rPr lang="en-US" sz="1100" kern="0" spc="100" dirty="0" err="1">
                <a:solidFill>
                  <a:srgbClr val="7C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Ce que couvre cette présentation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203911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8E6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20391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utilisateurs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24963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FitMeet, pour qui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46520" y="203911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8E6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69480" y="20391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requirements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69480" y="24963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Objectifs, RF, RNF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68680" y="345643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8E6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91640" y="34564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&amp; landing page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39136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quoi ressemble le produit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2918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46520" y="345643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8E6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69480" y="34564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choix techniques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39136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KMP, Supabase, MapLibre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68680" y="487375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8E6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91640" y="48737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de travail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91640" y="53309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Kanban, Git flow, rôles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70916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446520" y="487375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8E6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269480" y="48737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DevOps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69480" y="53309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Outils, CI/CD, démonstration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PRÉSENTATION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PROBLÉMATIQUE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Trouver un partenaire de sport reste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étonnamment fragmenté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6309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le sport et la ville, les pratiquants jonglent entre cercle d'amis, groupes WhatsApp ou Facebook, forums, clubs et applications différentes. Ces outils marchent quand on connaît déjà la communauté — mais pas quand il faut trouver vite quelqu'un qui coche plusieurs critères à la fois.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1463040" cy="502920"/>
          </a:xfrm>
          <a:prstGeom prst="roundRect">
            <a:avLst>
              <a:gd name="adj" fmla="val 50909"/>
            </a:avLst>
          </a:prstGeom>
          <a:solidFill>
            <a:srgbClr val="13345E"/>
          </a:solidFill>
          <a:ln w="12700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40280" y="4343400"/>
            <a:ext cx="1463040" cy="502920"/>
          </a:xfrm>
          <a:prstGeom prst="roundRect">
            <a:avLst>
              <a:gd name="adj" fmla="val 50909"/>
            </a:avLst>
          </a:prstGeom>
          <a:solidFill>
            <a:srgbClr val="13345E"/>
          </a:solidFill>
          <a:ln w="12700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240280" y="4343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40480" y="4343400"/>
            <a:ext cx="1463040" cy="502920"/>
          </a:xfrm>
          <a:prstGeom prst="roundRect">
            <a:avLst>
              <a:gd name="adj" fmla="val 50909"/>
            </a:avLst>
          </a:prstGeom>
          <a:solidFill>
            <a:srgbClr val="13345E"/>
          </a:solidFill>
          <a:ln w="12700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840480" y="4343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40680" y="4343400"/>
            <a:ext cx="1463040" cy="502920"/>
          </a:xfrm>
          <a:prstGeom prst="roundRect">
            <a:avLst>
              <a:gd name="adj" fmla="val 50909"/>
            </a:avLst>
          </a:prstGeom>
          <a:solidFill>
            <a:srgbClr val="13345E"/>
          </a:solidFill>
          <a:ln w="12700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40680" y="4343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n'est pas l'absence d'activités, c'est la difficulté à faire correspondre ces 4 critères, simplement.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2331720"/>
            <a:ext cx="4206240" cy="3657600"/>
          </a:xfrm>
          <a:prstGeom prst="roundRect">
            <a:avLst>
              <a:gd name="adj" fmla="val 2500"/>
            </a:avLst>
          </a:prstGeom>
          <a:solidFill>
            <a:srgbClr val="1334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63524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confirme le besoin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35240" y="3136392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863840" y="2990088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Smatch, PoteSport, Sports-Connect, SportWithYou : toutes cherchent à mettre en relation sportifs et événements.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635240" y="384048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863840" y="3694176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 a lancé la découverte d'événements locaux par lieu et sport.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635240" y="4544568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863840" y="4398264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confirmé, mais fragmenté entre apps sociales, communautés, clubs et outils spécialisés.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635240" y="5248656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863840" y="510235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Frein additionnel identifié : manque de temps et de motivation freinent la pratique physique régulière.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PROBLÉMATIQUE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UTILISATEURS CIBLES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Trois profils, un même besoin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685800" cy="685800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37360" y="21671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Lucas, 24 ans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24963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Sportif occasionnel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rapidement quelqu'un de son niveau, disponible près de chez lui.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Vient d'arriver en ville, ne veut pas rejoindre 3 groupes WhatsApp pour organiser une séance.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87452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709160" y="2148840"/>
            <a:ext cx="685800" cy="685800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709160" y="2148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32120" y="21671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Sophie, 32 ans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32120" y="24963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Sportive régulière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3108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338328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activité qui colle précisément à son emploi du temps, son niveau, sa localisation.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09160" y="45262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9160" y="480060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partenaires habituels ne sont pas toujours dispo ; organiser prend plusieurs messages.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0" y="187452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8503920" y="2148840"/>
            <a:ext cx="685800" cy="685800"/>
          </a:xfrm>
          <a:prstGeom prst="ellipse">
            <a:avLst/>
          </a:prstGeom>
          <a:solidFill>
            <a:srgbClr val="E062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8503920" y="2148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326880" y="21671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Marc, 40 </a:t>
            </a:r>
            <a:r>
              <a:rPr lang="en-US" sz="1600" b="1" dirty="0" err="1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0" y="24963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 club (volley)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3108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503920" y="338328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ses entraînements ouverts visibles et remplir les places disponibles.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503920" y="45262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503920" y="480060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 dispersées entre site du club, Instagram, WhatsApp et bouche-à-oreille.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UTILISATEURS CIBLES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SYNTHÈSE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2377440"/>
          </a:xfrm>
          <a:prstGeom prst="roundRect">
            <a:avLst>
              <a:gd name="adj" fmla="val 384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60120" y="2331720"/>
            <a:ext cx="0" cy="1737360"/>
          </a:xfrm>
          <a:prstGeom prst="line">
            <a:avLst/>
          </a:prstGeom>
          <a:noFill/>
          <a:ln w="50800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88720" y="228600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Les personnes souhaitant pratiquer un sport à plusieurs rencontrent aujourd'hui des difficultés à trouver, au bon moment et près de chez elles, des partenaires ou événements correspondant à leur sport, leur niveau et leurs disponibilités. Les solutions existantes sont dispersées entre réseaux sociaux, groupes privés, clubs et applications spécialisées.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37033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centralise cette découverte pour rendre l'organisation et la pratique sportive locale plus simples, accessibles et spontanées.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 de validation marché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Smatch indique déjà plusieurs milliers de partenaires potentiels à Lausanne, et plusieurs centaines à Genève ou Zurich — preuve d'une demande locale réelle et importante.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PROBLEM STATEMENT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FitMeet : centraliser la découverte sportive locale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Particuliers, clubs et associations créent des activités (sport, heure, date, lieu, niveau, durée). Les autres utilisateurs les découvrent sur une carte interactive ou une liste filtrable, puis les rejoignent.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41248" y="2697480"/>
            <a:ext cx="365760" cy="365760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41248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3172968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Faciliter la pratique collective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3502152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un partenaire ou groupe, quel que soit le niveau ou la disponibilité.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2514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36008" y="2697480"/>
            <a:ext cx="365760" cy="365760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636008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3172968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Fédérer une communauté locale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36008" y="3502152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particuliers, clubs et associations d'un même bassin géographique.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2514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430768" y="2697480"/>
            <a:ext cx="365760" cy="365760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430768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30768" y="3172968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de la visibilité aux clubs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30768" y="3502152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canal simple pour promouvoir les séances et remplir les créneaux.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841248" y="4343400"/>
            <a:ext cx="365760" cy="365760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841248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4818888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Simplifier l'organisation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" y="5148072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la friction : plus de groupes WhatsApp ou affichages papier.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4160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636008" y="4343400"/>
            <a:ext cx="365760" cy="365760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636008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36008" y="4818888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Encourager la régularité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636008" y="5148072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facile d'événements récurrents et de pratiquants similaires.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4160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8430768" y="4343400"/>
            <a:ext cx="365760" cy="365760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8430768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30768" y="4818888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une découverte fluide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30768" y="5148072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 + liste filtrable + recommandations pertinentes.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LA SOLUTION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Requirements fonctionnels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UTILISATEURS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 · Créer un compte (particulier / club) et s'authentifier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32257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 · Compléter son profil (photo, sports, niveau, localisation)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95351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&amp; DÉCOUVERTE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27355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RF-08 · Visualiser les événements sur une carte interactive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58444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RF-09 · Visualiser les événements sous forme de liste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89534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RF-10 · Filtrer (sport, date, niveau, distance, places)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RF-11 · Consulter le détail avant de rejoindre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691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ÉVÉNEMENTS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0116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 · Créer un événement (sport, date, lieu, niveau, places, prix)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232257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 · Modifier ou annuler un événement créé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63347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 · Rejoindre un événement, dans la limite des places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94436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 · Se désinscrire d'un événement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325526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RF-07 · Consulter la liste des participants (créateur)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3886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42062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RF-12 · Être notifié d'un changement sur un événement rejoint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EAF2ED"/>
          </a:solidFill>
          <a:ln w="9525">
            <a:solidFill>
              <a:srgbClr val="3E8E6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68680" y="58978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Envisagé mais non confirmé pour la v1 : messagerie entre participants, avis/notation, suivi d'organisateurs.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REQUIREMENTS FONCTIONNELS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Requirements non-fonctionnels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334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Recherches et affichage carte fluides : &lt; 2 secondes en usage normal.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334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663440" y="21488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25603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disponible en quasi continu, avec sauvegarde régulière des données.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334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458200" y="21488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confidentialité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58200" y="25603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RGPD, mots de passe sécurisés, échanges chiffrés (HTTPS).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334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68680" y="3840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Utilisabilité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251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simple et intuitive, accessible aux non-technophiles.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3657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334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663440" y="3840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4251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sur iOS et Android, s'adapte à toutes tailles d'écran.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3657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334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458200" y="3840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Maintenabilité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58200" y="4251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structuré de manière modulaire pour faciliter l'évolution.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REQUIREMENTS NON-FONCTIONNELS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MAQUETTES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À quoi ressemble FitMeet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Maquettes Figma — parcours principal de l'utilisateur</a:t>
            </a:r>
            <a:endParaRPr lang="en-US" sz="1300" dirty="0"/>
          </a:p>
        </p:txBody>
      </p:sp>
      <p:pic>
        <p:nvPicPr>
          <p:cNvPr id="5" name="Image 0" descr="/home/claude/fitmeet/assets/mockup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2160987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33872"/>
            <a:ext cx="234386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Connexion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108192"/>
            <a:ext cx="234386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ou Google</a:t>
            </a:r>
            <a:endParaRPr lang="en-US" sz="950" dirty="0"/>
          </a:p>
        </p:txBody>
      </p:sp>
      <p:pic>
        <p:nvPicPr>
          <p:cNvPr id="8" name="Image 1" descr="/home/claude/fitmeet/assets/mockup_lis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5639" y="1783080"/>
            <a:ext cx="2107512" cy="3977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74199" y="5833872"/>
            <a:ext cx="2290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Liste &amp; filtres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574199" y="6108192"/>
            <a:ext cx="2290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sport, niveau, distance</a:t>
            </a:r>
            <a:endParaRPr lang="en-US" sz="950" dirty="0"/>
          </a:p>
        </p:txBody>
      </p:sp>
      <p:pic>
        <p:nvPicPr>
          <p:cNvPr id="11" name="Image 2" descr="/home/claude/fitmeet/assets/mockup_car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724" y="1783080"/>
            <a:ext cx="2044968" cy="3977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46284" y="5833872"/>
            <a:ext cx="2227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Carte interactive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546284" y="6108192"/>
            <a:ext cx="2227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+ OpenStreetMap</a:t>
            </a:r>
            <a:endParaRPr lang="en-US" sz="950" dirty="0"/>
          </a:p>
        </p:txBody>
      </p:sp>
      <p:pic>
        <p:nvPicPr>
          <p:cNvPr id="14" name="Image 3" descr="/home/claude/fitmeet/assets/mockup_ch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7265" y="1783080"/>
            <a:ext cx="1974175" cy="3977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455825" y="5833872"/>
            <a:ext cx="21570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Chat d'événement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9455825" y="6108192"/>
            <a:ext cx="21570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temps réel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MAQUETTES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PARCOURS UTILISATEUR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 la découverte à la participation</a:t>
            </a:r>
            <a:endParaRPr lang="en-US" sz="3200" dirty="0"/>
          </a:p>
        </p:txBody>
      </p:sp>
      <p:pic>
        <p:nvPicPr>
          <p:cNvPr id="4" name="Image 0" descr="/home/claude/fitmeet/assets/mockup_lis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2228634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49377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577840" y="180136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par sport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577840" y="214884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Football, Basketball, Tennis en haut de la liste — un tap pour affiner.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937760" y="28620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93776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577840" y="28346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créneaux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577840" y="318211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Sport, horaire, lieu, niveau et places restantes visibles d'un coup d'œil (ex. 3/10).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937760" y="38953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93776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577840" y="386791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Rejoindre en un geste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577840" y="4215384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Rejoindre » disponible tant qu'il reste de la place — RF-05.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937760" y="49286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937760" y="4928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577840" y="4901184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Basculer vers la carte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577840" y="5248656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 carte en barre inférieure pour une vue géographique des mêmes événements.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PARCOURS UTILISATEUR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LANDING PAGE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Une vitrine web pour présenter FitMeet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parallèle de l'application mobile, une landing page présente le projet au grand public : proposition de valeur, fonctionnement en 3 étapes, et sports/cas d'usage couverts.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2423160"/>
            <a:ext cx="94183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blurRad="177800" dist="63500" dir="5400000" algn="bl" rotWithShape="0">
              <a:srgbClr val="1B2B3A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371600" y="2423160"/>
            <a:ext cx="9418320" cy="347472"/>
          </a:xfrm>
          <a:prstGeom prst="roundRect">
            <a:avLst>
              <a:gd name="adj" fmla="val 21053"/>
            </a:avLst>
          </a:prstGeom>
          <a:solidFill>
            <a:srgbClr val="EDEF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554480" y="2542032"/>
            <a:ext cx="118872" cy="118872"/>
          </a:xfrm>
          <a:prstGeom prst="ellipse">
            <a:avLst/>
          </a:prstGeom>
          <a:solidFill>
            <a:srgbClr val="E062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783080" y="2542032"/>
            <a:ext cx="118872" cy="118872"/>
          </a:xfrm>
          <a:prstGeom prst="ellipse">
            <a:avLst/>
          </a:prstGeom>
          <a:solidFill>
            <a:srgbClr val="F2C0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011680" y="2542032"/>
            <a:ext cx="118872" cy="118872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17720" y="2496312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17720" y="247802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fitmeet.app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71600" y="2770632"/>
            <a:ext cx="9418320" cy="358444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/home/claude/fitmeet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108960"/>
            <a:ext cx="1554480" cy="55629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828800" y="379476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Trouve ton prochain partenaire</a:t>
            </a:r>
            <a:endParaRPr lang="en-US" sz="22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 sport, près de chez toi.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1828800" y="5029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1828800" y="5029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Rejoindre</a:t>
            </a:r>
            <a:endParaRPr lang="en-US" sz="1200" dirty="0"/>
          </a:p>
        </p:txBody>
      </p:sp>
      <p:pic>
        <p:nvPicPr>
          <p:cNvPr id="17" name="Image 1" descr="/home/claude/fitmeet/assets/mockup_car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017520"/>
            <a:ext cx="1457333" cy="2834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LANDING PAGE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Architecture préliminaire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architecture simple, adaptée à un MVP mobile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3345E"/>
          </a:solidFill>
          <a:ln w="15875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FitMeet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6334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Kotlin Multiplatform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9077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Compose Multiplatform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1821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 + iOS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0" y="2560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51960" y="21031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13345E"/>
          </a:solidFill>
          <a:ln w="15875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43484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34840" y="2633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· REST API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34840" y="29077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· Realtime API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18120" y="2560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29600" y="210312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3345E"/>
          </a:solidFill>
          <a:ln w="15875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412480" y="2240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12480" y="26334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Événements, profils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12480" y="29077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Recherches géographiques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3977640"/>
            <a:ext cx="3566160" cy="822960"/>
          </a:xfrm>
          <a:prstGeom prst="roundRect">
            <a:avLst>
              <a:gd name="adj" fmla="val 11111"/>
            </a:avLst>
          </a:prstGeom>
          <a:solidFill>
            <a:srgbClr val="13345E"/>
          </a:solidFill>
          <a:ln w="15875">
            <a:solidFill>
              <a:srgbClr val="E0623C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434840" y="39776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— MapLibre + OpenStreetMap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51960" y="36850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affiche les événements géolocalisés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5074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données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de la carte → l'app interroge Supabase → requête spatiale PostGIS sur PostgreSQL → événements retournés → affichage MapLibre. Création d'événement : même chemin, inversé.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ARCHITECTURE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CHOIX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Pourquoi Kotlin Multiplatform 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Multiplatform permet de partager l'interface utilisateur entre Android et iOS, tout en gardant un accès aux API natives lorsqu'une fonctionnalité l'exige.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Deux apps natives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30906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+ iOS séparés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Meilleur contrôle plateforme par plateforme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68680" y="408736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dupliqué, maintenance x2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434840" y="24688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63440" y="2697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Flutter / React Native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63440" y="30906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cross-platform établis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Écosystèmes matures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663440" y="408736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Écarté : priorité à la montée en compétence Kotlin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0" y="24688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0B2545"/>
          </a:solidFill>
          <a:ln/>
          <a:effectLst>
            <a:outerShdw blurRad="177800" dist="50800" dir="16200000" algn="bl" rotWithShape="0">
              <a:srgbClr val="3E8E68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458200" y="2697480"/>
            <a:ext cx="1371600" cy="320040"/>
          </a:xfrm>
          <a:prstGeom prst="roundRect">
            <a:avLst>
              <a:gd name="adj" fmla="val 48571"/>
            </a:avLst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458200" y="2697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RETENU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31546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Kotlin Multiplatform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58200" y="35478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choix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58200" y="39319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E3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Kotlin partagé : logique + UI (Compose)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458200" y="44988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E3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Accès natif si nécessaire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8458200" y="506577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E3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Anticipe le cours Android du S5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KOTLIN MULTIPLATFORM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CHOIX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Backend &amp; cartographie : réduire la complexité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Supabase 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a besoin d'une base de données, d'authentification, de stockage et de fonctionnalités géographiques. Supabase fournit PostgreSQL, Auth, Storage et PostGIS directement — sans construire un backend maison.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 assumé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contrôle qu'un backend sur-mesure, mais les données restent basées sur PostgreSQL — pas de verrouillage propriétaire fort.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MapLibre + OSM 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3774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est un moteur cartographique open source avec SDK natifs Android/iOS, utilisé avec les données OpenStreetMap plutôt qu'un fournisseur propriétaire.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37960" y="3200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37960" y="34747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Plus de liberté sur l'affichage et la source des cartes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Moins de dépendance à un fournisseur unique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BEDE7"/>
          </a:solidFill>
          <a:ln w="12700">
            <a:solidFill>
              <a:srgbClr val="E062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06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RISQUE IDENTIFIÉ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52578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Compose (wrapper Compose Multiplatform) est plus récent que les SDK natifs Android/iOS. Certaines fonctionnalités pourraient nécessiter du code spécifique par plateforme — isolé pour permettre un retour aux SDK natifs si besoin.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SUPABASE &amp; MAPLIBRE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PROCESSUS DE TRAVAIL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Kanban — GitHub Projects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rangées par date de rendu (pas de backlog unique) : chaque carte avance de Phase N → In progress → In review → Done.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2606040" cy="73152"/>
          </a:xfrm>
          <a:prstGeom prst="rect">
            <a:avLst/>
          </a:prstGeom>
          <a:solidFill>
            <a:srgbClr val="5B6B7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/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53512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notés (24.08 / 04.09)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46120" y="32004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383280" y="2331720"/>
            <a:ext cx="2606040" cy="73152"/>
          </a:xfrm>
          <a:prstGeom prst="rect">
            <a:avLst/>
          </a:prstGeom>
          <a:solidFill>
            <a:srgbClr val="3E7DB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56616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953512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05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travaille dessus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89320" y="32004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23317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126480" y="2331720"/>
            <a:ext cx="2606040" cy="73152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30936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953512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ouverte, en attente de relecture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732520" y="320040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69680" y="23317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8869680" y="2331720"/>
            <a:ext cx="2606040" cy="73152"/>
          </a:xfrm>
          <a:prstGeom prst="rect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905256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52560" y="2953512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Fusionné dans main, issue fermée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de « terminé »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074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Toutes les cases de l'issue sont cochées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40080" y="5367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 build local passe (assembleDebug)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40080" y="566013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 relue et approuvée par quelqu'un d'autre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40080" y="595274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Fusionnée dans main → issue fermée automatiquement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263640" y="470916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&amp; jalons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50749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01-product → 14-presentation, priorité P1 (24.08) / P2 (04.09).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544068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de travail : pas de limite de cartes par personne — 4 personnes sur 3 semaines, chacun son domaine, protégé par le binôme sur chaque issue et le point quotidien.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PROCESSUS (KANBAN)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PROCESSUS DE TRAVAIL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Git Flow &amp; Pull Requests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Flow : une branche principale, une branche courte par issue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82396" y="214884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3345E"/>
          </a:solidFill>
          <a:ln w="12700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82396" y="21488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82596" y="2304288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47188" y="214884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3345E"/>
          </a:solidFill>
          <a:ln w="12700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647188" y="21488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47388" y="2304288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11980" y="214884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3345E"/>
          </a:solidFill>
          <a:ln w="12700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411980" y="21488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12180" y="2304288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6772" y="214884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3345E"/>
          </a:solidFill>
          <a:ln w="12700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176772" y="21488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6972" y="2304288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41564" y="214884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3345E"/>
          </a:solidFill>
          <a:ln w="12700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941564" y="21488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Relecture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541764" y="2304288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706356" y="214884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3345E"/>
          </a:solidFill>
          <a:ln w="12700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706356" y="21488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→ main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créée depuis l'issue (bouton « Create a branch ») : elle est liée automatiquement, et la fusion ferme l'issue + déplace la carte en Done.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est protégée — ruleset « protect-main »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334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22960" y="42062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pull_request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449884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direct refusé — 1 approbation requise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4297680" y="41148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334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480560" y="42062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non_fast_forward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80560" y="449884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push refusé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7955280" y="41148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334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8138160" y="42062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8160" y="449884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ne peut pas être supprimée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relit : n'importe qui sauf l'auteur (idéalement le binôme de l'issue)  ·  1 approbation  ·  squash ou merge  ·  relecture le jour même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une fusion : approbation manquante, commentaire non résolu, ou build rouge une fois le pipeline en place.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GIT FLOW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ÉQUIPE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Responsabilités par phase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responsable par phase — jamais seul : au moins deux personnes par issue, la répartition n'est pas figée.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34440" y="21488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&amp; exigences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160520" y="214884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@calystoxi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777240" y="253288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34440" y="25328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de projet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160520" y="253288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@mircoprofico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40080" y="2916936"/>
            <a:ext cx="5257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77240" y="291693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34440" y="291693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UX / UI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160520" y="291693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@IbuprofenLover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777240" y="330098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34440" y="330098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160520" y="330098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@IbuprofenLover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40080" y="3685032"/>
            <a:ext cx="5257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77240" y="368503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34440" y="368503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160520" y="368503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@fr2c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777240" y="40690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234440" y="40690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Fondations app mobile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160520" y="40690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@mircoprofico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640080" y="4453128"/>
            <a:ext cx="5257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77240" y="445312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34440" y="445312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&amp; profils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4160520" y="445312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@fr2c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263640" y="2148840"/>
            <a:ext cx="5257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400800" y="21488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0" y="21488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9784080" y="214884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@calystoxi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6400800" y="253288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58000" y="25328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&amp; géolocalisation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9784080" y="253288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@calystoxi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6263640" y="2916936"/>
            <a:ext cx="5257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400800" y="291693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58000" y="291693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&amp; filtres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9784080" y="291693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@calystoxi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6400800" y="330098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858000" y="330098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9784080" y="330098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@IbuprofenLover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6263640" y="3685032"/>
            <a:ext cx="5257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400800" y="368503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858000" y="368503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CI-CD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9784080" y="368503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@mircoprofico</a:t>
            </a:r>
            <a:endParaRPr lang="en-US" sz="1030" dirty="0"/>
          </a:p>
        </p:txBody>
      </p:sp>
      <p:sp>
        <p:nvSpPr>
          <p:cNvPr id="48" name="Text 46"/>
          <p:cNvSpPr/>
          <p:nvPr/>
        </p:nvSpPr>
        <p:spPr>
          <a:xfrm>
            <a:off x="6400800" y="40690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858000" y="40690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80" dirty="0"/>
          </a:p>
        </p:txBody>
      </p:sp>
      <p:sp>
        <p:nvSpPr>
          <p:cNvPr id="50" name="Text 48"/>
          <p:cNvSpPr/>
          <p:nvPr/>
        </p:nvSpPr>
        <p:spPr>
          <a:xfrm>
            <a:off x="9784080" y="40690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@fr2c</a:t>
            </a:r>
            <a:endParaRPr lang="en-US" sz="1030" dirty="0"/>
          </a:p>
        </p:txBody>
      </p:sp>
      <p:sp>
        <p:nvSpPr>
          <p:cNvPr id="51" name="Shape 49"/>
          <p:cNvSpPr/>
          <p:nvPr/>
        </p:nvSpPr>
        <p:spPr>
          <a:xfrm>
            <a:off x="6263640" y="4453128"/>
            <a:ext cx="5257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6400800" y="445312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858000" y="445312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1080" dirty="0"/>
          </a:p>
        </p:txBody>
      </p:sp>
      <p:sp>
        <p:nvSpPr>
          <p:cNvPr id="54" name="Text 52"/>
          <p:cNvSpPr/>
          <p:nvPr/>
        </p:nvSpPr>
        <p:spPr>
          <a:xfrm>
            <a:off x="9784080" y="445312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</a:t>
            </a:r>
            <a:endParaRPr lang="en-US" sz="1030" dirty="0"/>
          </a:p>
        </p:txBody>
      </p:sp>
      <p:sp>
        <p:nvSpPr>
          <p:cNvPr id="55" name="Text 53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Rythme quotidien : un point par jour — ce qui a avancé, ce qui bloque, ce que chacun prend ensuite.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ÉQUIPE &amp; RESPONSABILITÉS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PIPELINE DEVOPS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Outils de développement mis en place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5351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issues ouvertes, une par tâche, labellisées par phase et priorité (P1/P2).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8745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566160" y="2057400"/>
            <a:ext cx="457200" cy="457200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5661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6517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95351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32461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suivi Phase 1/2 → In progress → In review → Done.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8745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309360" y="2057400"/>
            <a:ext cx="457200" cy="457200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3093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6517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95351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32461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déclenchés sur push / pull request vers main.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69680" y="18745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9052560" y="2057400"/>
            <a:ext cx="457200" cy="457200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90525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52560" y="26517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Rulesets GitHub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52560" y="295351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DU CODE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052560" y="32461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 main : PR + 1 approbation obligatoires avant fusion.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4348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914400" y="4590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du projet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4400" y="486460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github.com/mircoprofico/FitMeet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75120" y="48646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Gradle multi-module : androidApp · iosApp · shared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OUTILS DE DÉVELOPPEMENT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C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PIPELINE DEVOPS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Environnement de déploiement &amp; pipeline CI/CD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build et vérifications automatiques à chaque changement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41832" y="21488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3345E"/>
          </a:solidFill>
          <a:ln w="12700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760220" y="2286000"/>
            <a:ext cx="329184" cy="329184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760220" y="2286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3272" y="26974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Pull Request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33272" y="31089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3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sur main et sur chaque PR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2907792" y="2651760"/>
            <a:ext cx="11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26664" y="21488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3345E"/>
          </a:solidFill>
          <a:ln w="12700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845052" y="2286000"/>
            <a:ext cx="329184" cy="329184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845052" y="2286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18104" y="26974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&amp; cache Gradle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18104" y="31089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3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du code, cache des dépendances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4992624" y="2651760"/>
            <a:ext cx="11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11496" y="21488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3345E"/>
          </a:solidFill>
          <a:ln w="12700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929884" y="2286000"/>
            <a:ext cx="329184" cy="329184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929884" y="2286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02936" y="26974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Android (debug)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02936" y="31089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3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./gradlew :androidApp:assembleDebug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077456" y="2651760"/>
            <a:ext cx="11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96328" y="21488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3345E"/>
          </a:solidFill>
          <a:ln w="12700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8014716" y="2286000"/>
            <a:ext cx="329184" cy="329184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014716" y="2286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87768" y="26974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287768" y="31089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3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+ tests automatisés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9162288" y="2651760"/>
            <a:ext cx="11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281160" y="21488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3345E"/>
          </a:solidFill>
          <a:ln w="12700">
            <a:solidFill>
              <a:srgbClr val="3E8E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10099548" y="2286000"/>
            <a:ext cx="329184" cy="329184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10099548" y="2286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72600" y="26974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sur la PR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372600" y="31089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3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/ ✗ requis avant fusion (issue #86)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640080" y="397764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1334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914400" y="4160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déploiement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4400" y="452628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8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hébergé sur Supabase Cloud (Auth, PostgreSQL/PostGIS, Storage, Realtime) — pas d'infrastructure serveur à maintenir. Les runners GitHub Actions construisent l'APK Android à chaque changement.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263640" y="397764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1334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537960" y="4160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8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en est le pipeline aujourd'hui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537960" y="452628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8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GitHub Actions en place pour le build automatique. Le statut de build comme condition de fusion sur main est en cours de finalisation (issue #86) avant intégration complète dans les rulesets.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PIPELINE CI/CD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Démonstration du déploiement d'une modification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montrons en direct 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" y="24505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22960" y="2450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43230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issue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907792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une carte en Phase 1, l'assigner à un binôme.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22860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17720" y="24505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617720" y="2450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243230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une branche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17720" y="2907792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l'issue via « Create a branch » — liaison automatique.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22860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412480" y="24505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412480" y="2450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15400" y="243230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+ push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12480" y="2907792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poussée sur la branche courte.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822960" y="3913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822960" y="3913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389534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4370832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de la PR, déclenchement du build GitHub Actions.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37490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617720" y="3913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617720" y="3913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389534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Relecture &amp; approbation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617720" y="4370832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binôme relit ; main reste protégée entretemps.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37490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8412480" y="3913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8412480" y="3913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15400" y="389534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dans main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12480" y="4370832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ou merge — l'issue se ferme automatiquement, la carte passe en Done.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DÉMONSTRATION CI/CD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Vers les livrables finaux du 04.09.2026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76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Fondations app mobile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KMP, navigation, thème Compose partagé.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446520" y="2148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46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176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&amp; profils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46520" y="2743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Supabase Auth, formulaires profil.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6868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8679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&amp; carte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événements, intégration MapLibre + PostGIS.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61188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446520" y="3840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4652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38679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CI/CD complet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automatisés, statut de build bloquant sur main.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: Livrables finaux — vendredi 04.09.2026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FITMEET — PROCHAINES ÉTAPES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137392" y="6492240"/>
            <a:ext cx="82296" cy="82296"/>
          </a:xfrm>
          <a:prstGeom prst="ellipse">
            <a:avLst/>
          </a:prstGeom>
          <a:solidFill>
            <a:srgbClr val="3E8E6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1334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3345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/home/claude/fitmeet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316" y="1737360"/>
            <a:ext cx="2560320" cy="9162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Merci — questions 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github.com/mircoprofico/FitMeet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7C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@calystoxi   ·   @mircoprofico   ·   @IbuprofenLover   ·   @fr2c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2443</Words>
  <Application>Microsoft Office PowerPoint</Application>
  <PresentationFormat>Grand écran</PresentationFormat>
  <Paragraphs>443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Century Schoolbook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Antoine Aubry</cp:lastModifiedBy>
  <cp:revision>3</cp:revision>
  <dcterms:created xsi:type="dcterms:W3CDTF">2026-08-23T23:56:34Z</dcterms:created>
  <dcterms:modified xsi:type="dcterms:W3CDTF">2026-08-24T08:19:13Z</dcterms:modified>
</cp:coreProperties>
</file>