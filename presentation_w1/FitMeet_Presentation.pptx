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1" r:id="rId6"/>
    <p:sldId id="264" r:id="rId7"/>
    <p:sldId id="265" r:id="rId8"/>
    <p:sldId id="266" r:id="rId9"/>
    <p:sldId id="267" r:id="rId10"/>
    <p:sldId id="268" r:id="rId11"/>
    <p:sldId id="270" r:id="rId12"/>
    <p:sldId id="278" r:id="rId13"/>
    <p:sldId id="279" r:id="rId14"/>
    <p:sldId id="280" r:id="rId15"/>
    <p:sldId id="271" r:id="rId16"/>
    <p:sldId id="274" r:id="rId17"/>
    <p:sldId id="275" r:id="rId18"/>
    <p:sldId id="276" r:id="rId19"/>
    <p:sldId id="277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>
        <p:scale>
          <a:sx n="33" d="100"/>
          <a:sy n="33" d="100"/>
        </p:scale>
        <p:origin x="1924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5937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Antoine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Antoine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Antoine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Antoine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Antoine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Pierre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Pierre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Pierre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François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François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Kirko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Mirko</a:t>
            </a:r>
          </a:p>
        </p:txBody>
      </p:sp>
    </p:spTree>
    <p:extLst>
      <p:ext uri="{BB962C8B-B14F-4D97-AF65-F5344CB8AC3E}">
        <p14:creationId xmlns:p14="http://schemas.microsoft.com/office/powerpoint/2010/main" val="36471423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Mirko</a:t>
            </a:r>
          </a:p>
        </p:txBody>
      </p:sp>
    </p:spTree>
    <p:extLst>
      <p:ext uri="{BB962C8B-B14F-4D97-AF65-F5344CB8AC3E}">
        <p14:creationId xmlns:p14="http://schemas.microsoft.com/office/powerpoint/2010/main" val="8025728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fr-FR" dirty="0"/>
              <a:t>Mirko</a:t>
            </a:r>
          </a:p>
        </p:txBody>
      </p:sp>
    </p:spTree>
    <p:extLst>
      <p:ext uri="{BB962C8B-B14F-4D97-AF65-F5344CB8AC3E}">
        <p14:creationId xmlns:p14="http://schemas.microsoft.com/office/powerpoint/2010/main" val="14689866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Mirko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Mirko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GHT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/home/claude/fitmeet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57200"/>
            <a:ext cx="740988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65176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</a:rPr>
              <a:t>Meet people, move together.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16983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de projet — Livrables Semaine 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99160" y="4709160"/>
            <a:ext cx="3749040" cy="0"/>
          </a:xfrm>
          <a:prstGeom prst="line">
            <a:avLst/>
          </a:prstGeom>
          <a:noFill/>
          <a:ln w="3175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899160" y="4892041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Yverdon</a:t>
            </a:r>
            <a:r>
              <a:rPr lang="en-US" sz="1200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-les-Bains  ·  24.08.2026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6172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kern="0" spc="100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 Aubry, François Bernard de Courville, Pierre </a:t>
            </a:r>
            <a:r>
              <a:rPr lang="en-US" sz="1100" kern="0" spc="100" dirty="0" err="1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Gellet</a:t>
            </a:r>
            <a:r>
              <a:rPr lang="en-US" sz="1100" kern="0" spc="100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Mirco </a:t>
            </a:r>
            <a:r>
              <a:rPr lang="en-US" sz="1100" kern="0" spc="100" dirty="0" err="1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Sommaire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203911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91640" y="20391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&amp; utilisateurs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24963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FitMeet, pour qui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46520" y="203911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69480" y="20391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requirements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69480" y="24963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Objectifs, RF, RNF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68680" y="345643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691640" y="34564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&amp; landing page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39136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quoi ressemble le produit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29184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46520" y="345643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269480" y="34564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choix techniques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69480" y="391363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KMP, Supabase, MapLibre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7091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868680" y="487375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691640" y="48737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travail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91640" y="53309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Git flow, rôles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0" y="47091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446520" y="4873752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8E6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269480" y="48737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DevOps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69480" y="53309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Outils, CI/CD, démonstration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PRÉSENTATION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PROBLÉMATIQUE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38072"/>
            <a:ext cx="6163491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Trouver un partenaire de sport reste</a:t>
            </a:r>
            <a:endParaRPr lang="en-US" sz="3000" dirty="0"/>
          </a:p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étonnamment fragmenté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3592721"/>
            <a:ext cx="1463040" cy="502920"/>
          </a:xfrm>
          <a:prstGeom prst="roundRect">
            <a:avLst>
              <a:gd name="adj" fmla="val 50909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85800" y="3592721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86000" y="3592721"/>
            <a:ext cx="1463040" cy="502920"/>
          </a:xfrm>
          <a:prstGeom prst="roundRect">
            <a:avLst>
              <a:gd name="adj" fmla="val 50909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286000" y="3592721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886200" y="3592721"/>
            <a:ext cx="1463040" cy="502920"/>
          </a:xfrm>
          <a:prstGeom prst="roundRect">
            <a:avLst>
              <a:gd name="adj" fmla="val 50909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886200" y="3592721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0" y="3592721"/>
            <a:ext cx="1463040" cy="502920"/>
          </a:xfrm>
          <a:prstGeom prst="roundRect">
            <a:avLst>
              <a:gd name="adj" fmla="val 50909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486400" y="3592721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074920"/>
            <a:ext cx="6309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n'est pas l'absence d'activités, c'est la difficulté à faire correspondre ces 4 critères, simplement.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2331720"/>
            <a:ext cx="4206240" cy="3657600"/>
          </a:xfrm>
          <a:prstGeom prst="roundRect">
            <a:avLst>
              <a:gd name="adj" fmla="val 2500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63524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confirme le besoin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3136392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7863840" y="2990088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Smatch, PoteSport, Sports-Connect, SportWithYou : toutes cherchent à mettre en relation sportifs et événements.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635240" y="384048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7863840" y="3694176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Strava a lancé la découverte d'événements locaux par lieu et sport.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7635240" y="4544568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7863840" y="4398264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confirmé, mais fragmenté entre apps sociales, communautés, clubs et outils spécialisés.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7635240" y="5248656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7863840" y="5102352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Frein additionnel identifié : manque de temps et de motivation freinent la pratique physique régulière.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PROBLÉMATIQUE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UTILISATEURS CIBLES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Trois profils, un même besoin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685800" cy="68580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37360" y="21671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Lucas, 24 ans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249631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Sportif occasionnel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338328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rapidement quelqu'un de son niveau, disponible près de chez lui.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45262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8006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Vient d'arriver en ville, ne veut pas rejoindre 3 groupes WhatsApp pour organiser une séance.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87452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709160" y="2148840"/>
            <a:ext cx="685800" cy="68580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70916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532120" y="21671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Sophie, 32 ans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32120" y="249631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Sportive régulière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338328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activité qui colle précisément à son emploi du temps, son niveau, sa localisation.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09160" y="45262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09160" y="48006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partenaires habituels ne sont pas toujours dispo ; organiser prend plusieurs messages.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0" y="187452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8503920" y="2148840"/>
            <a:ext cx="685800" cy="685800"/>
          </a:xfrm>
          <a:prstGeom prst="ellipse">
            <a:avLst/>
          </a:prstGeom>
          <a:solidFill>
            <a:srgbClr val="E0623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8503920" y="21488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26880" y="216712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Marc, 40 </a:t>
            </a:r>
            <a:r>
              <a:rPr lang="en-US" sz="1600" b="1" dirty="0" err="1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26880" y="249631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 club (volley)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03920" y="31089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503920" y="338328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Rendre ses entraînements ouverts visibles et remplir les places disponibles.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503920" y="45262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503920" y="4800600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 dispersées entre site du club, Instagram, WhatsApp et bouche-à-oreille.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UTILISATEURS CIBLES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FitMeet : centraliser la découverte sportive locale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Particuliers, clubs et associations créent des activités (sport, heure, date, lieu, niveau, durée). Les autres utilisateurs les découvrent sur une carte interactive ou une liste filtrable, puis les rejoignent.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841248" y="269748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317296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Faciliter la pratique collective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350215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un partenaire ou groupe, quel que soit le niveau ou la disponibilité.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34840" y="2514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636008" y="269748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636008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36008" y="317296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Fédérer une communauté locale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36008" y="350215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Connecter particuliers, clubs et associations d'un même bassin géographique.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2514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430768" y="269748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430768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30768" y="317296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 la visibilité aux clubs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30768" y="350215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canal simple pour promouvoir les séances et remplir les créneaux.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841248" y="434340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41248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" y="481888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Simplifier l'organisation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41248" y="514807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la friction : plus de groupes WhatsApp ou affichages papier.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636008" y="434340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636008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36008" y="481888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Encourager la régularité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636008" y="514807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facile d'événements récurrents et de pratiquants similaires.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8430768" y="4343400"/>
            <a:ext cx="365760" cy="365760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8430768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30768" y="4818888"/>
            <a:ext cx="3118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une découverte fluide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430768" y="5148072"/>
            <a:ext cx="31181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interactive + liste filtrable + recommandations pertinentes.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LA SOLUTION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MAQUETTES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À quoi ressemble FitMeet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Maquettes Figma — parcours principal de l'utilisateur</a:t>
            </a:r>
            <a:endParaRPr lang="en-US" sz="1300" dirty="0"/>
          </a:p>
        </p:txBody>
      </p:sp>
      <p:pic>
        <p:nvPicPr>
          <p:cNvPr id="5" name="Image 0" descr="/home/claude/fitmeet/assets/mockup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2160987" cy="3977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833872"/>
            <a:ext cx="23438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Connexion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108192"/>
            <a:ext cx="234386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ou Google</a:t>
            </a:r>
            <a:endParaRPr lang="en-US" sz="950" dirty="0"/>
          </a:p>
        </p:txBody>
      </p:sp>
      <p:pic>
        <p:nvPicPr>
          <p:cNvPr id="8" name="Image 1" descr="/home/claude/fitmeet/assets/mockup_lis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5639" y="1783080"/>
            <a:ext cx="2107512" cy="3977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574199" y="5833872"/>
            <a:ext cx="2290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Liste &amp; filtres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574199" y="6108192"/>
            <a:ext cx="2290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sport, niveau, distance</a:t>
            </a:r>
            <a:endParaRPr lang="en-US" sz="950" dirty="0"/>
          </a:p>
        </p:txBody>
      </p:sp>
      <p:pic>
        <p:nvPicPr>
          <p:cNvPr id="11" name="Image 2" descr="/home/claude/fitmeet/assets/mockup_car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7724" y="1783080"/>
            <a:ext cx="2044968" cy="3977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46284" y="5833872"/>
            <a:ext cx="2227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Carte interactive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546284" y="6108192"/>
            <a:ext cx="22278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+ OpenStreetMap</a:t>
            </a:r>
            <a:endParaRPr lang="en-US" sz="950" dirty="0"/>
          </a:p>
        </p:txBody>
      </p:sp>
      <p:pic>
        <p:nvPicPr>
          <p:cNvPr id="14" name="Image 3" descr="/home/claude/fitmeet/assets/mockup_ch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265" y="1783080"/>
            <a:ext cx="1974175" cy="39776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455825" y="5833872"/>
            <a:ext cx="21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Chat d'événement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9455825" y="6108192"/>
            <a:ext cx="21570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temps réel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MAQUETTES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PARCOURS UTILISATEUR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 la découverte à la participation</a:t>
            </a:r>
            <a:endParaRPr lang="en-US" sz="3200" dirty="0"/>
          </a:p>
        </p:txBody>
      </p:sp>
      <p:pic>
        <p:nvPicPr>
          <p:cNvPr id="4" name="Image 0" descr="/home/claude/fitmeet/assets/mockup_lis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2228634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0" y="1828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493776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577840" y="1801368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par sport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577840" y="2148840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Football, Basketball, Tennis en haut de la </a:t>
            </a:r>
            <a:r>
              <a:rPr lang="en-US" sz="11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937760" y="28620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937760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577840" y="283464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créneaux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577840" y="3182112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Sport, horaire, lieu, niveau et places restantes visibles d'un coup d'œil (ex. 3/10).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937760" y="38953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493776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577840" y="3867912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en un geste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577840" y="4215384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Rejoindre » disponible tant qu'il reste de la place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937760" y="49286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937760" y="4928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577840" y="4901184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Basculer vers la carte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5577840" y="5248656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Icône carte dans la barre </a:t>
            </a:r>
            <a:r>
              <a:rPr lang="en-US" sz="11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inférieure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PARCOURS UTILISATEUR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LANDING PAGE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Une vitrine web pour présenter FitMeet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parallèle de l'application mobile, une landing page présente le projet au grand public : proposition de valeur, fonctionnement en 3 étapes, et sports/cas d'usage couverts.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71600" y="2423160"/>
            <a:ext cx="941832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blurRad="177800" dist="63500" dir="5400000" algn="bl" rotWithShape="0">
              <a:srgbClr val="1B2B3A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371600" y="2423160"/>
            <a:ext cx="9418320" cy="347472"/>
          </a:xfrm>
          <a:prstGeom prst="roundRect">
            <a:avLst>
              <a:gd name="adj" fmla="val 21053"/>
            </a:avLst>
          </a:prstGeom>
          <a:solidFill>
            <a:srgbClr val="EDEFF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1554480" y="2542032"/>
            <a:ext cx="118872" cy="118872"/>
          </a:xfrm>
          <a:prstGeom prst="ellipse">
            <a:avLst/>
          </a:prstGeom>
          <a:solidFill>
            <a:srgbClr val="E0623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783080" y="2542032"/>
            <a:ext cx="118872" cy="118872"/>
          </a:xfrm>
          <a:prstGeom prst="ellipse">
            <a:avLst/>
          </a:prstGeom>
          <a:solidFill>
            <a:srgbClr val="F2C03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011680" y="2542032"/>
            <a:ext cx="118872" cy="118872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617720" y="2496312"/>
            <a:ext cx="29260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617720" y="2478024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fitmeet.app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71600" y="2770632"/>
            <a:ext cx="9418320" cy="3584448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0" descr="/home/claude/fitmeet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08960"/>
            <a:ext cx="1554480" cy="55629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828800" y="3794760"/>
            <a:ext cx="5303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Meet people, </a:t>
            </a:r>
          </a:p>
          <a:p>
            <a:pPr marL="0" indent="0">
              <a:lnSpc>
                <a:spcPts val="2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train together.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1828800" y="5029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1828800" y="5029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</a:t>
            </a:r>
            <a:endParaRPr lang="en-US" sz="1200" dirty="0"/>
          </a:p>
        </p:txBody>
      </p:sp>
      <p:pic>
        <p:nvPicPr>
          <p:cNvPr id="17" name="Image 1" descr="/home/claude/fitmeet/assets/mockup_car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3017520"/>
            <a:ext cx="1457333" cy="28346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LANDING PAGE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Architecture préliminaire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architecture simple, adaptée à un MVP mobile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5875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FitMeet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26334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Kotlin Multiplatform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9077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Compose Multiplatform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318211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Android + iOS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0" y="25603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51960" y="210312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5875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434840" y="2240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34840" y="26334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 · REST API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9077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 · Realtime API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18120" y="256032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229600" y="21031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3345E"/>
          </a:solidFill>
          <a:ln w="15875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412480" y="2240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PostGIS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412480" y="263347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Événements, profils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12480" y="29077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Recherches géographiques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51960" y="3977640"/>
            <a:ext cx="3566160" cy="822960"/>
          </a:xfrm>
          <a:prstGeom prst="roundRect">
            <a:avLst>
              <a:gd name="adj" fmla="val 11111"/>
            </a:avLst>
          </a:prstGeom>
          <a:solidFill>
            <a:srgbClr val="13345E"/>
          </a:solidFill>
          <a:ln w="15875">
            <a:solidFill>
              <a:srgbClr val="E0623C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434840" y="39776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A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 — MapLibre + OpenStreetMap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51960" y="36850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affiche les événements géolocalisés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5074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de données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50"/>
              </a:lnSpc>
              <a:buNone/>
            </a:pPr>
            <a:r>
              <a:rPr lang="en-US" sz="115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 de la carte → l'app interroge Supabase → requête spatiale PostGIS sur PostgreSQL → événements retournés → affichage MapLibre. Création d'événement : même chemin, inversé.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ARCHITECTURE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CHOIX TECHNIQUES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Pourquoi Kotlin Multiplatform 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Multiplatform permet de partager l'interface utilisateur entre Android et iOS, tout en gardant un accès aux API natives lorsqu'une fonctionnalité l'exige.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0E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Deux apps natives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309067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+ iOS séparés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Meilleur contrôle plateforme par plateforme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868680" y="408736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Code dupliqué, maintenance x2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434840" y="24688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0E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663440" y="26974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Flutter / React Native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663440" y="309067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cross-platform établis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Écosystèmes matures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4663440" y="408736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Écarté : priorité à la montée en compétence Kotlin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229600" y="24688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0B2545"/>
          </a:solidFill>
          <a:ln/>
          <a:effectLst>
            <a:outerShdw blurRad="177800" dist="50800" dir="16200000" algn="bl" rotWithShape="0">
              <a:srgbClr val="3E8E68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458200" y="2697480"/>
            <a:ext cx="1371600" cy="320040"/>
          </a:xfrm>
          <a:prstGeom prst="roundRect">
            <a:avLst>
              <a:gd name="adj" fmla="val 48571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458200" y="2697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RETENU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58200" y="31546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Kotlin Multiplatform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58200" y="3547872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choix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58200" y="39319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E3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Kotlin partagé : logique + UI (Compose)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8458200" y="44988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E3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Accès natif si nécessaire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8458200" y="5065776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80" dirty="0">
                <a:solidFill>
                  <a:srgbClr val="E3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Anticipe le cours Android du S5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KOTLIN MULTIPLATFORM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PROCESSUS DE TRAVAIL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Kanban — GitHub Projects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 rangées par date de rendu (pas de backlog unique) : chaque carte avance de Phase N → In progress → In review → Done.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2606040" cy="73152"/>
          </a:xfrm>
          <a:prstGeom prst="rect">
            <a:avLst/>
          </a:prstGeom>
          <a:solidFill>
            <a:srgbClr val="5B6B7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/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notés (24.08 / 04.09)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46120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83280" y="233172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383280" y="2331720"/>
            <a:ext cx="2606040" cy="73152"/>
          </a:xfrm>
          <a:prstGeom prst="rect">
            <a:avLst/>
          </a:prstGeom>
          <a:solidFill>
            <a:srgbClr val="3E7DB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566160" y="25603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953512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0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binôme</a:t>
            </a: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travaille dessus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26480" y="233172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126480" y="2331720"/>
            <a:ext cx="2606040" cy="73152"/>
          </a:xfrm>
          <a:prstGeom prst="rect">
            <a:avLst/>
          </a:prstGeom>
          <a:solidFill>
            <a:srgbClr val="D99A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309360" y="25603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953512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ouverte, en attente de relecture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732520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869680" y="233172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8869680" y="2331720"/>
            <a:ext cx="2606040" cy="73152"/>
          </a:xfrm>
          <a:prstGeom prst="rect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9052560" y="25603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52560" y="2953512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Fusionné dans main, issue fermée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PROCESSUS (KANBAN)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E4DA858-E19C-99B9-BB30-3639E3794E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92" b="4445"/>
          <a:stretch>
            <a:fillRect/>
          </a:stretch>
        </p:blipFill>
        <p:spPr>
          <a:xfrm>
            <a:off x="0" y="0"/>
            <a:ext cx="12279086" cy="685800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D49BEF1-09FC-4EC4-9F2B-1A587472F049}"/>
              </a:ext>
            </a:extLst>
          </p:cNvPr>
          <p:cNvSpPr txBox="1"/>
          <p:nvPr/>
        </p:nvSpPr>
        <p:spPr>
          <a:xfrm>
            <a:off x="11907520" y="16662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41513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416634F-2025-9188-B7BE-688F7F8F02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76" b="27625"/>
          <a:stretch>
            <a:fillRect/>
          </a:stretch>
        </p:blipFill>
        <p:spPr>
          <a:xfrm>
            <a:off x="0" y="-1"/>
            <a:ext cx="12192000" cy="688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93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BBECB02-90BD-6399-8091-2E9AE156ED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54" b="16032"/>
          <a:stretch>
            <a:fillRect/>
          </a:stretch>
        </p:blipFill>
        <p:spPr>
          <a:xfrm>
            <a:off x="0" y="0"/>
            <a:ext cx="12192000" cy="688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243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PROCESSUS DE TRAVAIL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Git Flow &amp; Pull Requests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Flow : une branche principale, une branche courte par issue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82396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82396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482596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47188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647188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47388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11980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411980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012180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6772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176772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6972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41564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941564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541764" y="2304288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706356" y="21488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9706356" y="2148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→ main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créée depuis l'issue (bouton « Create a branch ») : elle est liée automatiquement, et la fusion ferme l'issue + déplace la carte en Done.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4892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est protégée — ruleset « protect-main »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relit : n'importe qui sauf l'auteur (idéalement le binôme de l'issue)  ·  1 approbation  ·  merge </a:t>
            </a:r>
            <a:r>
              <a:rPr lang="en-US" sz="1100" dirty="0" err="1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1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squash (</a:t>
            </a:r>
            <a:r>
              <a:rPr lang="en-US" sz="1100" dirty="0" err="1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1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padel)·  relecture le jour même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une fusion : approbation manquante, commentaire non résolu, ou build rouge une fois le pipeline en place.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GIT FLOW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C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PIPELINE DEVOPS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Environnement de déploiement &amp; pipeline CI/CD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build et vérifications automatiques à chaque changement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41832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760220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1760220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33272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 Request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33272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Déclencheur sur main et sur chaque PR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2907792" y="265176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26664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845052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845052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18104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&amp; cache Gradle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118104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du code, cache des dépendances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4992624" y="265176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11496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5929884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929884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02936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Android (debug)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02936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:androidApp:assembleDebug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077456" y="265176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96328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8014716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014716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287768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287768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+ tests automatisés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9162288" y="2651760"/>
            <a:ext cx="11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281160" y="214884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3345E"/>
          </a:solidFill>
          <a:ln w="12700">
            <a:solidFill>
              <a:srgbClr val="3E8E6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10099548" y="2286000"/>
            <a:ext cx="329184" cy="329184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10099548" y="2286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372600" y="269748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sur la PR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72600" y="31089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83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 requis avant fusion (issue #86)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640080" y="397764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914400" y="4160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de déploiement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14400" y="452628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hébergé sur Supabase Cloud (Auth, PostgreSQL/PostGIS, Storage, Realtime) — pas d'infrastructure serveur à maintenir. Les runners GitHub Actions construisent l'APK Android à chaque changement.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263640" y="397764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537960" y="4160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8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en est le pipeline aujourd'hui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537960" y="452628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8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GitHub Actions en place pour le build automatique. Le statut de build comme condition de fusion sur main est en cours de finalisation (issue #86) avant intégration complète dans les rulesets.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PIPELINE CI/CD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44742" y="2926080"/>
            <a:ext cx="99025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Démonstration du déploiement d'une modification</a:t>
            </a:r>
            <a:endParaRPr lang="en-US" sz="27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DÉMONSTRATION CI/CD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623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Vers les livrables finaux du 04.09.2026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868680" y="21488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1762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Fondations app mobile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Navigation, thème Compose </a:t>
            </a:r>
            <a:r>
              <a:rPr lang="en-US" sz="11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partagé</a:t>
            </a: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etc..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2120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446520" y="21488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4652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86600" y="21762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&amp; profils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46520" y="2743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Supabase Auth, formulaires profil.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2120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868680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686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3867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 &amp; carte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événements, intégration MapLibre + PostGIS.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2120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6446520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86600" y="3867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CI/CD complet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automatisés, statut de build bloquant sur main.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 : Livrables finaux — vendredi 04.09.2026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FITMEET — PROCHAINES ÉTAPES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1137392" y="6492240"/>
            <a:ext cx="82296" cy="82296"/>
          </a:xfrm>
          <a:prstGeom prst="ellipse">
            <a:avLst/>
          </a:prstGeom>
          <a:solidFill>
            <a:srgbClr val="3E8E6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13345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/home/claude/fitmeet/asset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544" y="1371600"/>
            <a:ext cx="4348912" cy="15563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200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Merci — questions 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F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github.com/mircoprofico/FitMeet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@calystoxi   ·   @mircoprofico   ·   @IbuprofenLover   ·   @fr2c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1387</Words>
  <Application>Microsoft Office PowerPoint</Application>
  <PresentationFormat>Grand écran</PresentationFormat>
  <Paragraphs>286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Century Schoolbook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Antoine Aubry</cp:lastModifiedBy>
  <cp:revision>5</cp:revision>
  <dcterms:created xsi:type="dcterms:W3CDTF">2026-08-23T23:56:34Z</dcterms:created>
  <dcterms:modified xsi:type="dcterms:W3CDTF">2026-08-24T12:27:44Z</dcterms:modified>
</cp:coreProperties>
</file>